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82148C24-F302-406E-A4A3-953171353587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9D08B5A6-8383-4236-9C14-59B1F7C432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5312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148C24-F302-406E-A4A3-953171353587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8B5A6-8383-4236-9C14-59B1F7C432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45639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82148C24-F302-406E-A4A3-953171353587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9D08B5A6-8383-4236-9C14-59B1F7C432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2568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148C24-F302-406E-A4A3-953171353587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8B5A6-8383-4236-9C14-59B1F7C432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58071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148C24-F302-406E-A4A3-953171353587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8B5A6-8383-4236-9C14-59B1F7C432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64518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148C24-F302-406E-A4A3-953171353587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8B5A6-8383-4236-9C14-59B1F7C432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7423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148C24-F302-406E-A4A3-953171353587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8B5A6-8383-4236-9C14-59B1F7C432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73633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148C24-F302-406E-A4A3-953171353587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8B5A6-8383-4236-9C14-59B1F7C432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71479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148C24-F302-406E-A4A3-953171353587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8B5A6-8383-4236-9C14-59B1F7C432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44658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148C24-F302-406E-A4A3-953171353587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8B5A6-8383-4236-9C14-59B1F7C432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09692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82148C24-F302-406E-A4A3-953171353587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9D08B5A6-8383-4236-9C14-59B1F7C432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002800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82148C24-F302-406E-A4A3-953171353587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9D08B5A6-8383-4236-9C14-59B1F7C43261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738822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82148C24-F302-406E-A4A3-953171353587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9D08B5A6-8383-4236-9C14-59B1F7C432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354682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148C24-F302-406E-A4A3-953171353587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8B5A6-8383-4236-9C14-59B1F7C432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84212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148C24-F302-406E-A4A3-953171353587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8B5A6-8383-4236-9C14-59B1F7C432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813430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148C24-F302-406E-A4A3-953171353587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8B5A6-8383-4236-9C14-59B1F7C432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875186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82148C24-F302-406E-A4A3-953171353587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9D08B5A6-8383-4236-9C14-59B1F7C432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57399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148C24-F302-406E-A4A3-953171353587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08B5A6-8383-4236-9C14-59B1F7C432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074219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B37C692-2DE1-F96D-30BA-000EE07151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Data Cleaning &amp; Visualization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CDBC166-8C8B-7B76-63F5-B50A1CFF64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NON-TECHNICAL OVERVIEW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DAVID WAWERU</a:t>
            </a:r>
          </a:p>
          <a:p>
            <a:pPr marL="0" indent="0">
              <a:buNone/>
            </a:pPr>
            <a:r>
              <a:rPr lang="en-US" b="1" dirty="0"/>
              <a:t>CT206/202346/22</a:t>
            </a:r>
          </a:p>
          <a:p>
            <a:pPr marL="0" indent="0">
              <a:buNone/>
            </a:pPr>
            <a:r>
              <a:rPr lang="en-US" b="1" dirty="0"/>
              <a:t>B.C.S.F</a:t>
            </a:r>
          </a:p>
          <a:p>
            <a:pPr marL="0" indent="0">
              <a:buNone/>
            </a:pPr>
            <a:r>
              <a:rPr lang="en-US" b="1" dirty="0"/>
              <a:t>4.1</a:t>
            </a:r>
          </a:p>
        </p:txBody>
      </p:sp>
    </p:spTree>
    <p:extLst>
      <p:ext uri="{BB962C8B-B14F-4D97-AF65-F5344CB8AC3E}">
        <p14:creationId xmlns:p14="http://schemas.microsoft.com/office/powerpoint/2010/main" val="1509696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427242-BDC8-40F4-E002-B29534EB48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TOOLS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1397C3-D0D8-5800-CF96-FB3D72FA0C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40615"/>
            <a:ext cx="10515600" cy="4351338"/>
          </a:xfrm>
        </p:spPr>
        <p:txBody>
          <a:bodyPr/>
          <a:lstStyle/>
          <a:p>
            <a:r>
              <a:rPr lang="en-US" dirty="0"/>
              <a:t>Python </a:t>
            </a:r>
          </a:p>
          <a:p>
            <a:r>
              <a:rPr lang="en-US" dirty="0"/>
              <a:t>Pandas </a:t>
            </a:r>
          </a:p>
          <a:p>
            <a:r>
              <a:rPr lang="en-US" dirty="0"/>
              <a:t> Seaborn </a:t>
            </a:r>
          </a:p>
          <a:p>
            <a:r>
              <a:rPr lang="en-US" dirty="0"/>
              <a:t> Matplotlib</a:t>
            </a:r>
          </a:p>
        </p:txBody>
      </p:sp>
    </p:spTree>
    <p:extLst>
      <p:ext uri="{BB962C8B-B14F-4D97-AF65-F5344CB8AC3E}">
        <p14:creationId xmlns:p14="http://schemas.microsoft.com/office/powerpoint/2010/main" val="2868826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359FD1-6A38-5C75-3603-674CD9ADB0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the script does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FD13F3-842D-27B4-DB62-4B650713E7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script performs essential data-preparation steps:</a:t>
            </a:r>
          </a:p>
          <a:p>
            <a:r>
              <a:rPr lang="en-US" dirty="0"/>
              <a:t>Cleans and organizes the dataset</a:t>
            </a:r>
          </a:p>
          <a:p>
            <a:r>
              <a:rPr lang="en-US" dirty="0"/>
              <a:t>Removes duplicate rows</a:t>
            </a:r>
          </a:p>
          <a:p>
            <a:r>
              <a:rPr lang="en-US" dirty="0"/>
              <a:t>Handles missing values</a:t>
            </a:r>
          </a:p>
          <a:p>
            <a:r>
              <a:rPr lang="en-US" dirty="0"/>
              <a:t>Prepares the data for analysis</a:t>
            </a:r>
          </a:p>
          <a:p>
            <a:r>
              <a:rPr lang="en-US" dirty="0"/>
              <a:t>Produces clear visualizations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89797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265C93-1934-67EA-879B-957CD77473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Why Data Cleaning Matters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ABB18C-72F9-F1BB-79D1-904D07316F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Raw data is often messy and inconsistent</a:t>
            </a:r>
          </a:p>
          <a:p>
            <a:r>
              <a:rPr lang="en-US" dirty="0"/>
              <a:t>Errors can mislead your analysis</a:t>
            </a:r>
          </a:p>
          <a:p>
            <a:r>
              <a:rPr lang="en-US" dirty="0"/>
              <a:t>Duplicate records cause inaccurate results</a:t>
            </a:r>
          </a:p>
          <a:p>
            <a:r>
              <a:rPr lang="en-US" dirty="0"/>
              <a:t>Clean data improves decision-making</a:t>
            </a:r>
          </a:p>
          <a:p>
            <a:r>
              <a:rPr lang="en-US" dirty="0"/>
              <a:t>Visualization reveals trends hidden in spreadsheets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45553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6148F2-0FE9-C3E6-A066-3628D0760F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Step 1: Loading the Dataset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AE3E13-6C44-4488-EFE5-335EF6AA33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script begins by:</a:t>
            </a:r>
          </a:p>
          <a:p>
            <a:r>
              <a:rPr lang="en-US" dirty="0"/>
              <a:t>Importing Python libraries</a:t>
            </a:r>
          </a:p>
          <a:p>
            <a:r>
              <a:rPr lang="en-US" dirty="0"/>
              <a:t>Loading the CSV dataset using pandas</a:t>
            </a:r>
          </a:p>
          <a:p>
            <a:r>
              <a:rPr lang="en-US" dirty="0"/>
              <a:t>Showing the first few rows to understand the structure</a:t>
            </a:r>
          </a:p>
          <a:p>
            <a:r>
              <a:rPr lang="en-US" dirty="0"/>
              <a:t>Identifying the number of records and columns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46292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B5ED82-4F1C-030A-F661-0C06FBA1AF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Step 2: Cleaning the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5D0737-249A-42BC-FF2C-7512E7DCCA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Key cleaning actions include:</a:t>
            </a:r>
          </a:p>
          <a:p>
            <a:r>
              <a:rPr lang="en-US" dirty="0"/>
              <a:t>Renaming columns for consistency</a:t>
            </a:r>
          </a:p>
          <a:p>
            <a:r>
              <a:rPr lang="en-US" dirty="0"/>
              <a:t>Removing duplicate rows</a:t>
            </a:r>
          </a:p>
          <a:p>
            <a:r>
              <a:rPr lang="en-US" dirty="0"/>
              <a:t>Filling or removing missing values</a:t>
            </a:r>
          </a:p>
          <a:p>
            <a:r>
              <a:rPr lang="en-US" dirty="0"/>
              <a:t>Converting columns into correct data types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98805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46F21C-C9A3-C6B0-27D4-6324153BB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Step 3: Data Transformation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EF15C1-4364-A92E-00C7-9BAEC40924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script prepares the dataset for analysis by:</a:t>
            </a:r>
          </a:p>
          <a:p>
            <a:r>
              <a:rPr lang="en-US" dirty="0"/>
              <a:t>Normalizing numerical values</a:t>
            </a:r>
          </a:p>
          <a:p>
            <a:r>
              <a:rPr lang="en-US" dirty="0"/>
              <a:t>Converting text labels into numerical categories</a:t>
            </a:r>
          </a:p>
          <a:p>
            <a:r>
              <a:rPr lang="en-US" dirty="0"/>
              <a:t>Filtering out irrelevant fields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35380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B121CD-E73F-E790-F59B-89B9F18955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Step 4: Visualizations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81E5D1-4A2A-DFAD-19DD-EB83B84C5B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Visual insights created using Seaborn and Matplotlib:</a:t>
            </a:r>
          </a:p>
          <a:p>
            <a:r>
              <a:rPr lang="en-US" dirty="0"/>
              <a:t>Distribution plots for numerical features</a:t>
            </a:r>
          </a:p>
          <a:p>
            <a:r>
              <a:rPr lang="en-US" dirty="0"/>
              <a:t>Bar charts for categorical data</a:t>
            </a:r>
          </a:p>
          <a:p>
            <a:r>
              <a:rPr lang="en-US" dirty="0"/>
              <a:t>Correlation heatmap</a:t>
            </a:r>
          </a:p>
          <a:p>
            <a:r>
              <a:rPr lang="en-US" dirty="0"/>
              <a:t>Line or scatter plots for trend exploration</a:t>
            </a:r>
          </a:p>
          <a:p>
            <a:r>
              <a:rPr lang="en-US" dirty="0"/>
              <a:t>Class imbalance visualization</a:t>
            </a:r>
          </a:p>
          <a:p>
            <a:pPr marL="0" indent="0">
              <a:buNone/>
            </a:pP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675233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136564-1EF6-9E7C-F7B1-27E1815E3C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Example Visualization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B73888-3AB0-31A8-D3B7-D4E2344FF5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Distribution Plot:</a:t>
            </a:r>
            <a:br>
              <a:rPr lang="en-US" dirty="0"/>
            </a:br>
            <a:r>
              <a:rPr lang="en-US" dirty="0"/>
              <a:t>Shows how a variable is spread.</a:t>
            </a:r>
          </a:p>
          <a:p>
            <a:r>
              <a:rPr lang="en-US" b="1" dirty="0"/>
              <a:t>Box Plot:</a:t>
            </a:r>
            <a:br>
              <a:rPr lang="en-US" dirty="0"/>
            </a:br>
            <a:r>
              <a:rPr lang="en-US" dirty="0"/>
              <a:t>Identifies outliers.</a:t>
            </a:r>
          </a:p>
          <a:p>
            <a:r>
              <a:rPr lang="en-US" b="1" dirty="0"/>
              <a:t>Heatmap:</a:t>
            </a:r>
            <a:br>
              <a:rPr lang="en-US" dirty="0"/>
            </a:br>
            <a:r>
              <a:rPr lang="en-US" dirty="0"/>
              <a:t>Reveals relationships between variables.</a:t>
            </a:r>
          </a:p>
          <a:p>
            <a:r>
              <a:rPr lang="en-US" b="1" dirty="0"/>
              <a:t>Count Plot:</a:t>
            </a:r>
            <a:br>
              <a:rPr lang="en-US" dirty="0"/>
            </a:br>
            <a:r>
              <a:rPr lang="en-US" dirty="0"/>
              <a:t>Shows frequency of categories.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49089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664350-9AA4-7C5A-56E7-79CF9FB00D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Insights You Can Learn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183699-8922-2205-0EFA-8399E17317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Which variables are strongly correlated</a:t>
            </a:r>
          </a:p>
          <a:p>
            <a:r>
              <a:rPr lang="en-US" dirty="0"/>
              <a:t>Whether the dataset is balanced or skewed</a:t>
            </a:r>
          </a:p>
          <a:p>
            <a:r>
              <a:rPr lang="en-US" dirty="0"/>
              <a:t>Which features may influence model performance</a:t>
            </a:r>
          </a:p>
          <a:p>
            <a:r>
              <a:rPr lang="en-US" dirty="0"/>
              <a:t>Trends and anomalies in the data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48354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844737-26E1-7C96-90A4-A74C264AD4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23763A-4A9F-8E78-9B4F-84F0169F9D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Python script helps you:</a:t>
            </a:r>
          </a:p>
          <a:p>
            <a:r>
              <a:rPr lang="en-US" dirty="0"/>
              <a:t>Clean raw data</a:t>
            </a:r>
          </a:p>
          <a:p>
            <a:r>
              <a:rPr lang="en-US" dirty="0"/>
              <a:t>Eliminate inconsistencies</a:t>
            </a:r>
          </a:p>
          <a:p>
            <a:r>
              <a:rPr lang="en-US" dirty="0"/>
              <a:t>Generate visual insights</a:t>
            </a:r>
          </a:p>
          <a:p>
            <a:r>
              <a:rPr lang="en-US" dirty="0"/>
              <a:t>Prepare the dataset for machine learning or reporting</a:t>
            </a:r>
          </a:p>
          <a:p>
            <a:r>
              <a:rPr lang="en-US" dirty="0"/>
              <a:t>Make decision-making easier and more reliable</a:t>
            </a:r>
          </a:p>
        </p:txBody>
      </p:sp>
    </p:spTree>
    <p:extLst>
      <p:ext uri="{BB962C8B-B14F-4D97-AF65-F5344CB8AC3E}">
        <p14:creationId xmlns:p14="http://schemas.microsoft.com/office/powerpoint/2010/main" val="5926576"/>
      </p:ext>
    </p:extLst>
  </p:cSld>
  <p:clrMapOvr>
    <a:masterClrMapping/>
  </p:clrMapOvr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2</TotalTime>
  <Words>307</Words>
  <Application>Microsoft Office PowerPoint</Application>
  <PresentationFormat>Widescreen</PresentationFormat>
  <Paragraphs>66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Century Gothic</vt:lpstr>
      <vt:lpstr>Vapor Trail</vt:lpstr>
      <vt:lpstr>Data Cleaning &amp; Visualization</vt:lpstr>
      <vt:lpstr>TOOLS USED</vt:lpstr>
      <vt:lpstr>What the script does</vt:lpstr>
      <vt:lpstr>Why Data Cleaning Matters</vt:lpstr>
      <vt:lpstr>Step 1: Loading the Dataset</vt:lpstr>
      <vt:lpstr>Step 2: Cleaning the Data</vt:lpstr>
      <vt:lpstr>Step 3: Data Transformation</vt:lpstr>
      <vt:lpstr>Step 4: Visualizations</vt:lpstr>
      <vt:lpstr>Example Visualization Types</vt:lpstr>
      <vt:lpstr>Insights You Can Learn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David Waweru</dc:creator>
  <cp:lastModifiedBy>David Waweru</cp:lastModifiedBy>
  <cp:revision>1</cp:revision>
  <dcterms:created xsi:type="dcterms:W3CDTF">2025-12-10T12:04:12Z</dcterms:created>
  <dcterms:modified xsi:type="dcterms:W3CDTF">2025-12-10T12:06:41Z</dcterms:modified>
</cp:coreProperties>
</file>